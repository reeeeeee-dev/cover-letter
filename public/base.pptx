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7772400" cy="10058400"/>
  <p:notesSz cx="6858000" cy="9144000"/>
  <p:embeddedFontLst>
    <p:embeddedFont>
      <p:font typeface="Montserrat" pitchFamily="2" charset="77"/>
      <p:regular r:id="rId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589" autoAdjust="0"/>
  </p:normalViewPr>
  <p:slideViewPr>
    <p:cSldViewPr>
      <p:cViewPr>
        <p:scale>
          <a:sx n="153" d="100"/>
          <a:sy n="153" d="100"/>
        </p:scale>
        <p:origin x="1648" y="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font" Target="fonts/font1.fntdata"/><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reetik/" TargetMode="External"/><Relationship Id="rId2" Type="http://schemas.openxmlformats.org/officeDocument/2006/relationships/hyperlink" Target="https://www.reetikpatel.me"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A"/>
        </a:solidFill>
        <a:effectLst/>
      </p:bgPr>
    </p:bg>
    <p:spTree>
      <p:nvGrpSpPr>
        <p:cNvPr id="1" name=""/>
        <p:cNvGrpSpPr/>
        <p:nvPr/>
      </p:nvGrpSpPr>
      <p:grpSpPr>
        <a:xfrm>
          <a:off x="0" y="0"/>
          <a:ext cx="0" cy="0"/>
          <a:chOff x="0" y="0"/>
          <a:chExt cx="0" cy="0"/>
        </a:xfrm>
      </p:grpSpPr>
      <p:sp>
        <p:nvSpPr>
          <p:cNvPr id="2" name="TextBox 2"/>
          <p:cNvSpPr txBox="1"/>
          <p:nvPr/>
        </p:nvSpPr>
        <p:spPr>
          <a:xfrm>
            <a:off x="4540012" y="571513"/>
            <a:ext cx="2441989" cy="836817"/>
          </a:xfrm>
          <a:prstGeom prst="rect">
            <a:avLst/>
          </a:prstGeom>
        </p:spPr>
        <p:txBody>
          <a:bodyPr lIns="0" tIns="0" rIns="0" bIns="0" rtlCol="0" anchor="t">
            <a:spAutoFit/>
          </a:bodyPr>
          <a:lstStyle/>
          <a:p>
            <a:pPr algn="r">
              <a:lnSpc>
                <a:spcPts val="1354"/>
              </a:lnSpc>
            </a:pPr>
            <a:r>
              <a:rPr lang="en-US" sz="846" spc="42">
                <a:solidFill>
                  <a:srgbClr val="444440"/>
                </a:solidFill>
                <a:latin typeface="Montserrat"/>
                <a:ea typeface="Montserrat"/>
                <a:cs typeface="Montserrat"/>
                <a:sym typeface="Montserrat"/>
              </a:rPr>
              <a:t>(479) 385-1212</a:t>
            </a:r>
          </a:p>
          <a:p>
            <a:pPr algn="r">
              <a:lnSpc>
                <a:spcPts val="1354"/>
              </a:lnSpc>
            </a:pPr>
            <a:r>
              <a:rPr lang="en-US" sz="846" spc="42">
                <a:solidFill>
                  <a:srgbClr val="444440"/>
                </a:solidFill>
                <a:latin typeface="Montserrat"/>
                <a:ea typeface="Montserrat"/>
                <a:cs typeface="Montserrat"/>
                <a:sym typeface="Montserrat"/>
              </a:rPr>
              <a:t>reetikp@gmail.com</a:t>
            </a:r>
          </a:p>
          <a:p>
            <a:pPr algn="r">
              <a:lnSpc>
                <a:spcPts val="1354"/>
              </a:lnSpc>
            </a:pPr>
            <a:r>
              <a:rPr lang="en-US" sz="846" spc="42">
                <a:solidFill>
                  <a:srgbClr val="444440"/>
                </a:solidFill>
                <a:latin typeface="Montserrat"/>
                <a:ea typeface="Montserrat"/>
                <a:cs typeface="Montserrat"/>
                <a:sym typeface="Montserrat"/>
              </a:rPr>
              <a:t>https://</a:t>
            </a:r>
            <a:r>
              <a:rPr lang="en-US" sz="846" u="sng" spc="42">
                <a:solidFill>
                  <a:srgbClr val="444440"/>
                </a:solidFill>
                <a:latin typeface="Montserrat"/>
                <a:ea typeface="Montserrat"/>
                <a:cs typeface="Montserrat"/>
                <a:sym typeface="Montserrat"/>
                <a:hlinkClick r:id="rId2" tooltip="https://www.reetikpatel.me"/>
              </a:rPr>
              <a:t>reetikpatel.me</a:t>
            </a:r>
          </a:p>
          <a:p>
            <a:pPr algn="r">
              <a:lnSpc>
                <a:spcPts val="1354"/>
              </a:lnSpc>
            </a:pPr>
            <a:r>
              <a:rPr lang="en-US" sz="846" spc="42">
                <a:solidFill>
                  <a:srgbClr val="444440"/>
                </a:solidFill>
                <a:latin typeface="Montserrat"/>
                <a:ea typeface="Montserrat"/>
                <a:cs typeface="Montserrat"/>
                <a:sym typeface="Montserrat"/>
              </a:rPr>
              <a:t>https://</a:t>
            </a:r>
            <a:r>
              <a:rPr lang="en-US" sz="846" u="sng" spc="42">
                <a:solidFill>
                  <a:srgbClr val="444440"/>
                </a:solidFill>
                <a:latin typeface="Montserrat"/>
                <a:ea typeface="Montserrat"/>
                <a:cs typeface="Montserrat"/>
                <a:sym typeface="Montserrat"/>
                <a:hlinkClick r:id="rId3" tooltip="https://www.linkedin.com/in/reetik/"/>
              </a:rPr>
              <a:t>linkedin.com/in/reetik</a:t>
            </a:r>
          </a:p>
          <a:p>
            <a:pPr algn="r">
              <a:lnSpc>
                <a:spcPts val="1354"/>
              </a:lnSpc>
            </a:pPr>
            <a:r>
              <a:rPr lang="en-US" sz="846" u="sng" spc="42">
                <a:solidFill>
                  <a:srgbClr val="444440"/>
                </a:solidFill>
                <a:latin typeface="Montserrat"/>
                <a:ea typeface="Montserrat"/>
                <a:cs typeface="Montserrat"/>
                <a:sym typeface="Montserrat"/>
              </a:rPr>
              <a:t>https://github.com/reeeeeee-dev</a:t>
            </a:r>
          </a:p>
        </p:txBody>
      </p:sp>
      <p:grpSp>
        <p:nvGrpSpPr>
          <p:cNvPr id="3" name="Group 3"/>
          <p:cNvGrpSpPr/>
          <p:nvPr/>
        </p:nvGrpSpPr>
        <p:grpSpPr>
          <a:xfrm>
            <a:off x="1041400" y="600088"/>
            <a:ext cx="5697740" cy="9086823"/>
            <a:chOff x="0" y="0"/>
            <a:chExt cx="7596987" cy="12115764"/>
          </a:xfrm>
        </p:grpSpPr>
        <p:sp>
          <p:nvSpPr>
            <p:cNvPr id="4" name="AutoShape 4"/>
            <p:cNvSpPr/>
            <p:nvPr/>
          </p:nvSpPr>
          <p:spPr>
            <a:xfrm>
              <a:off x="10853" y="1187753"/>
              <a:ext cx="7586133" cy="0"/>
            </a:xfrm>
            <a:prstGeom prst="line">
              <a:avLst/>
            </a:prstGeom>
            <a:ln w="12700" cap="flat">
              <a:solidFill>
                <a:srgbClr val="000000"/>
              </a:solidFill>
              <a:prstDash val="solid"/>
              <a:headEnd type="none" w="sm" len="sm"/>
              <a:tailEnd type="none" w="sm" len="sm"/>
            </a:ln>
          </p:spPr>
        </p:sp>
        <p:sp>
          <p:nvSpPr>
            <p:cNvPr id="5" name="TextBox 5"/>
            <p:cNvSpPr txBox="1"/>
            <p:nvPr/>
          </p:nvSpPr>
          <p:spPr>
            <a:xfrm>
              <a:off x="10853" y="1467153"/>
              <a:ext cx="7586133" cy="10648611"/>
            </a:xfrm>
            <a:prstGeom prst="rect">
              <a:avLst/>
            </a:prstGeom>
          </p:spPr>
          <p:txBody>
            <a:bodyPr lIns="0" tIns="0" rIns="0" bIns="0" rtlCol="0" anchor="t">
              <a:spAutoFit/>
            </a:bodyPr>
            <a:lstStyle/>
            <a:p>
              <a:pPr algn="l">
                <a:lnSpc>
                  <a:spcPts val="1808"/>
                </a:lnSpc>
              </a:pPr>
              <a:r>
                <a:rPr lang="en-US" sz="1130" spc="56" dirty="0">
                  <a:solidFill>
                    <a:srgbClr val="444440"/>
                  </a:solidFill>
                  <a:latin typeface="Montserrat"/>
                  <a:ea typeface="Montserrat"/>
                  <a:cs typeface="Montserrat"/>
                  <a:sym typeface="Montserrat"/>
                </a:rPr>
                <a:t>Dear {{COMPANY}} Hiring Team,</a:t>
              </a:r>
            </a:p>
            <a:p>
              <a:pPr algn="l">
                <a:lnSpc>
                  <a:spcPts val="1808"/>
                </a:lnSpc>
              </a:pPr>
              <a:endParaRPr lang="en-US" sz="1130" spc="56" dirty="0">
                <a:solidFill>
                  <a:srgbClr val="444440"/>
                </a:solidFill>
                <a:latin typeface="Montserrat"/>
                <a:ea typeface="Montserrat"/>
                <a:cs typeface="Montserrat"/>
                <a:sym typeface="Montserrat"/>
              </a:endParaRPr>
            </a:p>
            <a:p>
              <a:pPr algn="l">
                <a:lnSpc>
                  <a:spcPts val="1808"/>
                </a:lnSpc>
              </a:pPr>
              <a:r>
                <a:rPr lang="en-US" sz="1130" spc="56" dirty="0">
                  <a:solidFill>
                    <a:srgbClr val="444440"/>
                  </a:solidFill>
                  <a:latin typeface="Montserrat"/>
                  <a:ea typeface="Montserrat"/>
                  <a:cs typeface="Montserrat"/>
                  <a:sym typeface="Montserrat"/>
                </a:rPr>
                <a:t>I’m writing to express my interest in becoming a Software Engineer for the {{COMPANY}} team. With over 9 years of experience in engineering, as well as a certification for user experience(UX), I believe I’m a perfect fit for the role.</a:t>
              </a:r>
            </a:p>
            <a:p>
              <a:pPr algn="l">
                <a:lnSpc>
                  <a:spcPts val="1808"/>
                </a:lnSpc>
              </a:pPr>
              <a:endParaRPr lang="en-US" sz="1130" spc="56" dirty="0">
                <a:solidFill>
                  <a:srgbClr val="444440"/>
                </a:solidFill>
                <a:latin typeface="Montserrat"/>
                <a:ea typeface="Montserrat"/>
                <a:cs typeface="Montserrat"/>
                <a:sym typeface="Montserrat"/>
              </a:endParaRPr>
            </a:p>
            <a:p>
              <a:pPr algn="l">
                <a:lnSpc>
                  <a:spcPts val="1808"/>
                </a:lnSpc>
              </a:pPr>
              <a:r>
                <a:rPr lang="en-US" sz="1130" spc="56" dirty="0">
                  <a:solidFill>
                    <a:srgbClr val="444440"/>
                  </a:solidFill>
                  <a:latin typeface="Montserrat"/>
                  <a:ea typeface="Montserrat"/>
                  <a:cs typeface="Montserrat"/>
                  <a:sym typeface="Montserrat"/>
                </a:rPr>
                <a:t>At Walmart, I was a part of the Associate Mobile Platforms team. My role included maintaining a mobile SDK for an internal notifications platform. I created documentation and example projects for the React Native, Android, and iOS SDKs. My focus was on ease of use and a pleasant developer experience (DX). </a:t>
              </a:r>
            </a:p>
            <a:p>
              <a:pPr algn="l">
                <a:lnSpc>
                  <a:spcPts val="1808"/>
                </a:lnSpc>
              </a:pPr>
              <a:endParaRPr lang="en-US" sz="1130" spc="56" dirty="0">
                <a:solidFill>
                  <a:srgbClr val="444440"/>
                </a:solidFill>
                <a:latin typeface="Montserrat"/>
                <a:ea typeface="Montserrat"/>
                <a:cs typeface="Montserrat"/>
                <a:sym typeface="Montserrat"/>
              </a:endParaRPr>
            </a:p>
            <a:p>
              <a:pPr algn="l">
                <a:lnSpc>
                  <a:spcPts val="1808"/>
                </a:lnSpc>
              </a:pPr>
              <a:r>
                <a:rPr lang="en-US" sz="1130" spc="56" dirty="0">
                  <a:solidFill>
                    <a:srgbClr val="444440"/>
                  </a:solidFill>
                  <a:latin typeface="Montserrat"/>
                  <a:ea typeface="Montserrat"/>
                  <a:cs typeface="Montserrat"/>
                  <a:sym typeface="Montserrat"/>
                </a:rPr>
                <a:t>In my previous position as the lead engineer at </a:t>
              </a:r>
              <a:r>
                <a:rPr lang="en-US" sz="1130" spc="56" dirty="0" err="1">
                  <a:solidFill>
                    <a:srgbClr val="444440"/>
                  </a:solidFill>
                  <a:latin typeface="Montserrat"/>
                  <a:ea typeface="Montserrat"/>
                  <a:cs typeface="Montserrat"/>
                  <a:sym typeface="Montserrat"/>
                </a:rPr>
                <a:t>Xerosec</a:t>
              </a:r>
              <a:r>
                <a:rPr lang="en-US" sz="1130" spc="56" dirty="0">
                  <a:solidFill>
                    <a:srgbClr val="444440"/>
                  </a:solidFill>
                  <a:latin typeface="Montserrat"/>
                  <a:ea typeface="Montserrat"/>
                  <a:cs typeface="Montserrat"/>
                  <a:sym typeface="Montserrat"/>
                </a:rPr>
                <a:t>, I successfully designed and built an entire frontend platform. This included a component library documented with Storybook. My focus, as always, was longevity and maintainability of not just the project, but each individual component. This has translated in all projects I’ve done in both personal and professional settings. My expertise in UX, React, and Typescript, and CSS aligns well with requirements of the position.</a:t>
              </a:r>
            </a:p>
            <a:p>
              <a:pPr algn="l">
                <a:lnSpc>
                  <a:spcPts val="1808"/>
                </a:lnSpc>
              </a:pPr>
              <a:endParaRPr lang="en-US" sz="1130" spc="56" dirty="0">
                <a:solidFill>
                  <a:srgbClr val="444440"/>
                </a:solidFill>
                <a:latin typeface="Montserrat"/>
                <a:ea typeface="Montserrat"/>
                <a:cs typeface="Montserrat"/>
                <a:sym typeface="Montserrat"/>
              </a:endParaRPr>
            </a:p>
            <a:p>
              <a:pPr algn="l">
                <a:lnSpc>
                  <a:spcPts val="1808"/>
                </a:lnSpc>
              </a:pPr>
              <a:r>
                <a:rPr lang="en-US" sz="1130" spc="56" dirty="0">
                  <a:solidFill>
                    <a:srgbClr val="444440"/>
                  </a:solidFill>
                  <a:latin typeface="Montserrat"/>
                  <a:ea typeface="Montserrat"/>
                  <a:cs typeface="Montserrat"/>
                  <a:sym typeface="Montserrat"/>
                </a:rPr>
                <a:t>Through collaboration and research, I maintain a focus on data-driven decision-making. My passion for user-centric design, and my ability to quickly adapt to new tools and processes would be of great benefit to the {{COMPANY}} team. I’m excited about the opportunity to work with {{COMPANY}} designers and engineers in making {{COMPANY}} more user friendly.</a:t>
              </a:r>
            </a:p>
            <a:p>
              <a:pPr algn="l">
                <a:lnSpc>
                  <a:spcPts val="1808"/>
                </a:lnSpc>
              </a:pPr>
              <a:endParaRPr lang="en-US" sz="1130" spc="56" dirty="0">
                <a:solidFill>
                  <a:srgbClr val="444440"/>
                </a:solidFill>
                <a:latin typeface="Montserrat"/>
                <a:ea typeface="Montserrat"/>
                <a:cs typeface="Montserrat"/>
                <a:sym typeface="Montserrat"/>
              </a:endParaRPr>
            </a:p>
            <a:p>
              <a:pPr algn="l">
                <a:lnSpc>
                  <a:spcPts val="1808"/>
                </a:lnSpc>
              </a:pPr>
              <a:r>
                <a:rPr lang="en-US" sz="1130" spc="56" dirty="0">
                  <a:solidFill>
                    <a:srgbClr val="444440"/>
                  </a:solidFill>
                  <a:latin typeface="Montserrat"/>
                  <a:ea typeface="Montserrat"/>
                  <a:cs typeface="Montserrat"/>
                  <a:sym typeface="Montserrat"/>
                </a:rPr>
                <a:t>Thank you for considering my application. I look forward to the possibility of discussing how my skills and experience can further aid in {{COMPANY}}’s mission.</a:t>
              </a:r>
            </a:p>
            <a:p>
              <a:pPr algn="l">
                <a:lnSpc>
                  <a:spcPts val="1808"/>
                </a:lnSpc>
              </a:pPr>
              <a:endParaRPr lang="en-US" sz="1130" spc="56" dirty="0">
                <a:solidFill>
                  <a:srgbClr val="444440"/>
                </a:solidFill>
                <a:latin typeface="Montserrat"/>
                <a:ea typeface="Montserrat"/>
                <a:cs typeface="Montserrat"/>
                <a:sym typeface="Montserrat"/>
              </a:endParaRPr>
            </a:p>
            <a:p>
              <a:pPr algn="l">
                <a:lnSpc>
                  <a:spcPts val="1808"/>
                </a:lnSpc>
              </a:pPr>
              <a:r>
                <a:rPr lang="en-US" sz="1130" spc="56" dirty="0">
                  <a:solidFill>
                    <a:srgbClr val="444440"/>
                  </a:solidFill>
                  <a:latin typeface="Montserrat"/>
                  <a:ea typeface="Montserrat"/>
                  <a:cs typeface="Montserrat"/>
                  <a:sym typeface="Montserrat"/>
                </a:rPr>
                <a:t>Thanks</a:t>
              </a:r>
            </a:p>
            <a:p>
              <a:pPr algn="l">
                <a:lnSpc>
                  <a:spcPts val="1808"/>
                </a:lnSpc>
              </a:pPr>
              <a:r>
                <a:rPr lang="en-US" sz="1130" spc="56" dirty="0">
                  <a:solidFill>
                    <a:srgbClr val="444440"/>
                  </a:solidFill>
                  <a:latin typeface="Montserrat"/>
                  <a:ea typeface="Montserrat"/>
                  <a:cs typeface="Montserrat"/>
                  <a:sym typeface="Montserrat"/>
                </a:rPr>
                <a:t>----</a:t>
              </a:r>
            </a:p>
            <a:p>
              <a:pPr algn="l">
                <a:lnSpc>
                  <a:spcPts val="1808"/>
                </a:lnSpc>
              </a:pPr>
              <a:r>
                <a:rPr lang="en-US" sz="1130" spc="56" dirty="0">
                  <a:solidFill>
                    <a:srgbClr val="444440"/>
                  </a:solidFill>
                  <a:latin typeface="Montserrat"/>
                  <a:ea typeface="Montserrat"/>
                  <a:cs typeface="Montserrat"/>
                  <a:sym typeface="Montserrat"/>
                </a:rPr>
                <a:t>Reetik Patel</a:t>
              </a:r>
            </a:p>
          </p:txBody>
        </p:sp>
        <p:sp>
          <p:nvSpPr>
            <p:cNvPr id="6" name="TextBox 6"/>
            <p:cNvSpPr txBox="1"/>
            <p:nvPr/>
          </p:nvSpPr>
          <p:spPr>
            <a:xfrm>
              <a:off x="0" y="-57150"/>
              <a:ext cx="7586133" cy="609917"/>
            </a:xfrm>
            <a:prstGeom prst="rect">
              <a:avLst/>
            </a:prstGeom>
          </p:spPr>
          <p:txBody>
            <a:bodyPr lIns="0" tIns="0" rIns="0" bIns="0" rtlCol="0" anchor="t">
              <a:spAutoFit/>
            </a:bodyPr>
            <a:lstStyle/>
            <a:p>
              <a:pPr algn="l">
                <a:lnSpc>
                  <a:spcPts val="3819"/>
                </a:lnSpc>
              </a:pPr>
              <a:r>
                <a:rPr lang="en-US" sz="2728" spc="272">
                  <a:solidFill>
                    <a:srgbClr val="444440"/>
                  </a:solidFill>
                  <a:latin typeface="Montserrat"/>
                  <a:ea typeface="Montserrat"/>
                  <a:cs typeface="Montserrat"/>
                  <a:sym typeface="Montserrat"/>
                </a:rPr>
                <a:t>REETIK PATEL</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331</Words>
  <Application>Microsoft Macintosh PowerPoint</Application>
  <PresentationFormat>Custom</PresentationFormat>
  <Paragraphs>21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Montserrat</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Cover Letter</dc:title>
  <cp:lastModifiedBy>Patel, Ashi R</cp:lastModifiedBy>
  <cp:revision>2</cp:revision>
  <dcterms:created xsi:type="dcterms:W3CDTF">2006-08-16T00:00:00Z</dcterms:created>
  <dcterms:modified xsi:type="dcterms:W3CDTF">2026-01-09T23:28:59Z</dcterms:modified>
  <dc:identifier>DAGI3ibtxOQ</dc:identifier>
</cp:coreProperties>
</file>